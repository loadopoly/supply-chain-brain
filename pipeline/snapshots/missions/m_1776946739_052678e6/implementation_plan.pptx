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m_1776946739_052678e6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2026-04-23T14:47:56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7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m_1776946739_052678e6  ·  refreshed 2026-04-23T14:47:56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