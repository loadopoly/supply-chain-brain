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m_1776974167_8d87d472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15:56:08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