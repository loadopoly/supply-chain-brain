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m_1776946704_90fd8157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15:51:59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