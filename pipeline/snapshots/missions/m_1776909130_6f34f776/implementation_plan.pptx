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m_1776909130_6f34f776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2026-04-23T01:52:27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m_1776909130_6f34f776  ·  refreshed 2026-04-23T01:52:27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