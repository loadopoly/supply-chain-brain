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m_1776914208_c4fee784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03:17:01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