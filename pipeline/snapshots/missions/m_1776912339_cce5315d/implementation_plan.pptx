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m_1776912339_cce5315d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2026-04-23T03:10:19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5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m_1776912339_cce5315d  ·  refreshed 2026-04-23T03:10:19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