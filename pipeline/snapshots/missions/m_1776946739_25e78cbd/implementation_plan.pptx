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m_1776946739_25e78cbd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2026-04-23T13:43:58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1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m_1776946739_25e78cbd  ·  refreshed 2026-04-23T13:43:58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