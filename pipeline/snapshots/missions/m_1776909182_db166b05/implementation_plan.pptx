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m_1776909182_db166b05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2026-04-23T02:43:35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m_1776909182_db166b05  ·  refreshed 2026-04-23T02:43:35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