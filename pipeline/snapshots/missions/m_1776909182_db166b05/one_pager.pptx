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m_1776909182_db166b05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22:43:19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