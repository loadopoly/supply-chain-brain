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m_1776914199_994b9bb0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2026-04-23T03:16:40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m_1776914199_994b9bb0  ·  refreshed 2026-04-23T03:16:40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