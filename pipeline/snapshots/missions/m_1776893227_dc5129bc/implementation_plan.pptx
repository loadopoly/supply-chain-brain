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m_1776893227_dc5129bc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2026-04-22T21:27:10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fulfillment investigation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part_id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9/30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part_id, lead_time_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m_1776893227_dc5129bc  ·  refreshed 2026-04-22T21:27:10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