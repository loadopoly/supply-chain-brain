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m_1776893227_dc5129bc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21:27:10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