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m_1776946680_951d0ebd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2026-04-23T12:18:00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m_1776946680_951d0ebd  ·  refreshed 2026-04-23T12:18:00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