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m_1776912210_462ac6ca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02:43:32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