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quest:fulfillment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SMOKE   ·   Mission: m_1776912210_462ac6ca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2026-04-23T02:43:32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fulfillment investigation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SMOKE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Planner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fulfillment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fallback_keyword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fulfillment → otd_recursive.run_otd_from_replica: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m_1776912210_462ac6ca  ·  refreshed 2026-04-23T02:43:32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