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m_1776914219_152f22d5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2026-04-23T03:17:00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m_1776914219_152f22d5  ·  refreshed 2026-04-23T03:17:00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