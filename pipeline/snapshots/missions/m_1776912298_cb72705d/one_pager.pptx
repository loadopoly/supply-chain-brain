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m_1776912298_cb72705d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03:10:24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