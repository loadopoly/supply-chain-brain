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m_1776909182_8fc5645d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2026-04-22 22:43:34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