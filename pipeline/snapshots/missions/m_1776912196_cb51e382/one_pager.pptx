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quest:data_quality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TEST   ·   Target: site=TEST   ·   Horizon: 30d   ·   Mission: m_1776912196_cb51e382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data quality audit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02:43:16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