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m_1776912196_cb51e382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m_1776912196_cb51e382  ·  refreshed 2026-04-23T02:43:16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