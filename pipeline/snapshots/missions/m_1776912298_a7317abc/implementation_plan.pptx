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m_1776912298_a7317abc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2026-04-23T02:45:10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m_1776912298_a7317abc  ·  refreshed 2026-04-23T02:45:10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