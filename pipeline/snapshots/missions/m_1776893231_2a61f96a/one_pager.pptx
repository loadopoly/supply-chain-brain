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m_1776893231_2a61f96a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21:27:12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