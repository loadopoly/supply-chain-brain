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m_1776893231_2a61f96a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2026-04-22T21:27:12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m_1776893231_2a61f96a  ·  refreshed 2026-04-22T21:27:12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