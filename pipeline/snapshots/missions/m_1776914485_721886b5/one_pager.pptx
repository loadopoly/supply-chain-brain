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BENCH   ·   Target: site=BENCH   ·   Horizon: 30d   ·   Mission: m_1776914485_721886b5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bench mission 3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Anyone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03:21:38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