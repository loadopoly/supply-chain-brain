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m_1776914485_721886b5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2026-04-23T03:21:38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m_1776914485_721886b5  ·  refreshed 2026-04-23T03:21:39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