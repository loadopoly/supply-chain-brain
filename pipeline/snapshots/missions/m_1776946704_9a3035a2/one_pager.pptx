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m_1776946704_9a3035a2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219456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Calibri"/>
              </a:rPr>
              <a:t>DATA QUALITY.ROWS SCANNED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71800"/>
            <a:ext cx="1920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0.00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Current value of each KPI tracked by this 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13:44:04 UTC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