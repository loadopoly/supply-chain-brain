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m_1776946704_9a3035a2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2026-04-23T13:44:04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5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OK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m_1776946704_9a3035a2  ·  refreshed 2026-04-23T13:44:04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