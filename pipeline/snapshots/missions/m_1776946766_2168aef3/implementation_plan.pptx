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m_1776946766_2168aef3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2026-04-23T12:19:27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m_1776946766_2168aef3  ·  refreshed 2026-04-23T12:19:27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