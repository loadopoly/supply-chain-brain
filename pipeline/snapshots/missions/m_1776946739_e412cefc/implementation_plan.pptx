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m_1776946739_e412cefc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2026-04-23T16:55:19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m_1776946739_e412cefc  ·  refreshed 2026-04-23T16:55:19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