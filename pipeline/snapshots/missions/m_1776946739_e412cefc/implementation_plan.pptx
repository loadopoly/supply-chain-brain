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m_1776946739_e412cefc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2026-04-23T15:51:50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2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m_1776946739_e412cefc  ·  refreshed 2026-04-23T15:51:50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