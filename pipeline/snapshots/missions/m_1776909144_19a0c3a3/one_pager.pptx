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m_1776909144_19a0c3a3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21:52:25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