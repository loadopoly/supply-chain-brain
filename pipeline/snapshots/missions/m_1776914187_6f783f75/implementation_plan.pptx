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m_1776914187_6f783f75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2026-04-23T03:16:42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m_1776914187_6f783f75  ·  refreshed 2026-04-23T03:16:42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