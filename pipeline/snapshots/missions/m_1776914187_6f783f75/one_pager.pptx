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Brain-Driven Quest · Executive 1-Pager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685800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Site: BENCH   ·   Target: site=BENCH   ·   Horizon: 30d   ·   Mission: m_1776914187_6f783f75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USER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bench mission 1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794760"/>
            <a:ext cx="68580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977640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Plotly figure (PNG export unavailable — install kaleido)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34840"/>
            <a:ext cx="6492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Which analyzers fired for each scope tag (green=ok, red=failed).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7269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TOP RECOMMENDATIONS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74980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No recommendations yet — refresh the mission.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89154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Calibri"/>
              </a:rPr>
              <a:t>OWNER:  Anyone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8915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Refreshed: 2026-04-23 03:16:41 UTC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9281160"/>
            <a:ext cx="685800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9555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Progress: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