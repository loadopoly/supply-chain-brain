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m_1776914444_69ea3476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2026-04-23T03:20:57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0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m_1776914444_69ea3476  ·  refreshed 2026-04-23T03:20:57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