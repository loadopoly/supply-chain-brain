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m_1776946757_8a7b3336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13:43:52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