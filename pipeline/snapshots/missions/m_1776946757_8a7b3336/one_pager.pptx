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m_1776946757_8a7b3336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21945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DATA QUALITY.ROWS SCANNED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0.00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Current value of each KPI tracked by this 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10:47:50 UTC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