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m_1776946757_8a7b3336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2026-04-23T14:47:50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5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m_1776946757_8a7b3336  ·  refreshed 2026-04-23T14:47:50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