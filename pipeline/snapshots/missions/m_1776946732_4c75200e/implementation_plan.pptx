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m_1776946732_4c75200e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2026-04-23T12:18:52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m_1776946732_4c75200e  ·  refreshed 2026-04-23T12:18:52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