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m_1776912298_0aa682e2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03:10:23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