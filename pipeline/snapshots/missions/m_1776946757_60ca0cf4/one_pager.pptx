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</p:sldIdLst>
  <p:sldSz cx="7772400" cy="10058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36576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Brain-Driven Quest · Executive 1-Pager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566928"/>
            <a:ext cx="6858000" cy="5029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200" b="1">
                <a:solidFill>
                  <a:srgbClr val="1A1A1A"/>
                </a:solidFill>
                <a:latin typeface="Calibri"/>
              </a:rPr>
              <a:t>quest:optimize_supply_chains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15568"/>
            <a:ext cx="6858000" cy="19050"/>
          </a:xfrm>
          <a:prstGeom prst="rect">
            <a:avLst/>
          </a:prstGeom>
          <a:solidFill>
            <a:srgbClr val="164E87"/>
          </a:solidFill>
          <a:ln>
            <a:solidFill>
              <a:srgbClr val="164E8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23444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0">
                <a:solidFill>
                  <a:srgbClr val="6B7280"/>
                </a:solidFill>
                <a:latin typeface="Calibri"/>
              </a:rPr>
              <a:t>Site: BENCH   ·   Target: site=BENCH   ·   Horizon: 30d   ·   Mission: m_1776946757_60ca0cf4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" y="1554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USER QUERY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57200" y="1783080"/>
            <a:ext cx="6858000" cy="64008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1A1A1A"/>
                </a:solidFill>
                <a:latin typeface="Calibri"/>
              </a:rPr>
              <a:t>bench mission 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2606040"/>
            <a:ext cx="2194560" cy="1005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94360" y="2697480"/>
            <a:ext cx="192024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00" b="1">
                <a:solidFill>
                  <a:srgbClr val="6B7280"/>
                </a:solidFill>
                <a:latin typeface="Calibri"/>
              </a:rPr>
              <a:t>DATA QUALITY.ROWS SCANNED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4360" y="2971800"/>
            <a:ext cx="1920240" cy="54864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2000" b="1">
                <a:solidFill>
                  <a:srgbClr val="1A1A1A"/>
                </a:solidFill>
                <a:latin typeface="Calibri"/>
              </a:rPr>
              <a:t>0.00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3794760"/>
            <a:ext cx="6858000" cy="3291840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3977640"/>
            <a:ext cx="649224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1">
                <a:solidFill>
                  <a:srgbClr val="6B7280"/>
                </a:solidFill>
                <a:latin typeface="Calibri"/>
              </a:rPr>
              <a:t>Plotly figure (PNG export unavailable — install kaleido)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434840"/>
            <a:ext cx="649224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>
                <a:solidFill>
                  <a:srgbClr val="1A1A1A"/>
                </a:solidFill>
                <a:latin typeface="Calibri"/>
              </a:rPr>
              <a:t>•  Current value of each KPI tracked by this mission.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7269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6B7280"/>
                </a:solidFill>
                <a:latin typeface="Calibri"/>
              </a:rPr>
              <a:t>TOP RECOMMENDATIONS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" y="7498080"/>
            <a:ext cx="6858000" cy="36576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100" b="0">
                <a:solidFill>
                  <a:srgbClr val="6B7280"/>
                </a:solidFill>
                <a:latin typeface="Calibri"/>
              </a:rPr>
              <a:t>No recommendations yet — refresh the mission.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8915400"/>
            <a:ext cx="32004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00" b="1">
                <a:solidFill>
                  <a:srgbClr val="1A1A1A"/>
                </a:solidFill>
                <a:latin typeface="Calibri"/>
              </a:rPr>
              <a:t>OWNER:  Anyone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0" y="8915400"/>
            <a:ext cx="36576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900" b="0">
                <a:solidFill>
                  <a:srgbClr val="6B7280"/>
                </a:solidFill>
                <a:latin typeface="Calibri"/>
              </a:rPr>
              <a:t>Refreshed: 2026-04-23 10:47:47 UTC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57200" y="9281160"/>
            <a:ext cx="685800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6B728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57200" y="9555480"/>
            <a:ext cx="685800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0">
                <a:solidFill>
                  <a:srgbClr val="6B7280"/>
                </a:solidFill>
                <a:latin typeface="Calibri"/>
              </a:rPr>
              <a:t>Progress: 0%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