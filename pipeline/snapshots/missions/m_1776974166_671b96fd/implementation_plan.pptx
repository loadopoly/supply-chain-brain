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m_1776974166_671b96fd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m_1776974166_671b96fd  ·  refreshed 2026-04-23T19:56:07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