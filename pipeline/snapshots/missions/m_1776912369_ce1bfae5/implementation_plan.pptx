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m_1776912369_ce1bfae5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2026-04-23T02:46:11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m_1776912369_ce1bfae5  ·  refreshed 2026-04-23T02:46:11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