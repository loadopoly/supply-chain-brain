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m_1776912339_4dd8e626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22:45:54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