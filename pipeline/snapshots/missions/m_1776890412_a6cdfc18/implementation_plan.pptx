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m_1776890412_a6cdfc18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2026-04-22T20:40:18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smoke test launch — fulfillment investigation for a specific site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m_1776890412_a6cdfc18  ·  refreshed 2026-04-22T20:40:18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