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m_1776890412_a6cdfc18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smoke test launch — fulfillment investigation for a specific 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16:40:17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