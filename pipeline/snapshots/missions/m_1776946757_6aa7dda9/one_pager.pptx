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m_1776946757_6aa7dda9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09:43:56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