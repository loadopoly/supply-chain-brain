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TEST   ·   Mission: m_1776912352_4e76950f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2026-04-23T02:45:52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data quality audit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m_1776912352_4e76950f  ·  refreshed 2026-04-23T02:45:52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