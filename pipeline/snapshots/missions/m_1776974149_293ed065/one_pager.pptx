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m_1776974149_293ed065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19:56:08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