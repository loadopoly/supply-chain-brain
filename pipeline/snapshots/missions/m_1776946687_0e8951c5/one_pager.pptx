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m_1776946687_0e8951c5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12:18:19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