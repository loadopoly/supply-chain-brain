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m_1776974184_bc1ede0b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2026-04-23T19:56:28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m_1776974184_bc1ede0b  ·  refreshed 2026-04-23T19:56:28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