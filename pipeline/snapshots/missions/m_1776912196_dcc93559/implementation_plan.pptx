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m_1776912196_dcc93559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2026-04-23T02:43:17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m_1776912196_dcc93559  ·  refreshed 2026-04-23T02:43:17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