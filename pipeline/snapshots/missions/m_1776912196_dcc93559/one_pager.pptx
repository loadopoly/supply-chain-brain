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ALL   ·   Target: site=ALL   ·   Horizon: 60d   ·   Mission: m_1776912196_dcc93559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inventory sizing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2026-04-22 22:43:16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