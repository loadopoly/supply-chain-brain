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m_1776974149_04c232f1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2026-04-23T19:56:08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m_1776974149_04c232f1  ·  refreshed 2026-04-23T19:56:08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