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m_1776946669_6995ccae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2026-04-23T12:18:02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m_1776946669_6995ccae  ·  refreshed 2026-04-23T12:18:02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