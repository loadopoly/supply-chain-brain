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m_1776914444_aa53bff9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03:20:58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