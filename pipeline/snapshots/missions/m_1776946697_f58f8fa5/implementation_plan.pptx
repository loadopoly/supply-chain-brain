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quest:data_quality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TEST   ·   Mission: m_1776946697_f58f8fa5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2026-04-23T12:18:17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data quality audit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quest:data_quality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TEST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TEST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30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data_quality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fallback_keyword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data_quality → parts.missingness: FAIL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m_1776946697_f58f8fa5  ·  refreshed 2026-04-23T12:18:17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