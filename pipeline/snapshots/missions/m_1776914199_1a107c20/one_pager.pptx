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7772400" cy="10058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Brain-Driven Quest · Executive 1-Pager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66928"/>
            <a:ext cx="68580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1A1A1A"/>
                </a:solidFill>
                <a:latin typeface="Calibri"/>
              </a:rPr>
              <a:t>quest:data_quality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15568"/>
            <a:ext cx="685800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Site: TEST   ·   Target: site=TEST   ·   Horizon: 30d   ·   Mission: m_1776914199_1a107c20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USER QUERY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6858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1A1A1A"/>
                </a:solidFill>
                <a:latin typeface="Calibri"/>
              </a:rPr>
              <a:t>data quality audit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794760"/>
            <a:ext cx="68580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977640"/>
            <a:ext cx="64922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Plotly figure (PNG export unavailable — install kaleido)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649224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Which analyzers fired for each scope tag (green=ok, red=failed).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7269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TOP RECOMMENDATIONS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74980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Calibri"/>
              </a:rPr>
              <a:t>No recommendations yet — refresh the mission.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891540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A1A1A"/>
                </a:solidFill>
                <a:latin typeface="Calibri"/>
              </a:rPr>
              <a:t>OWNER: 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89154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6B7280"/>
                </a:solidFill>
                <a:latin typeface="Calibri"/>
              </a:rPr>
              <a:t>Refreshed: 2026-04-23 03:16:39 UTC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9281160"/>
            <a:ext cx="6858000" cy="2011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955548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Progress: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