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TEST   ·   Mission: m_1776946749_56334864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2026-04-23T12:19:10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data quality audit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m_1776946749_56334864  ·  refreshed 2026-04-23T12:19:10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