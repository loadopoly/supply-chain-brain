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m_1776909130_a309475a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01:52:26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