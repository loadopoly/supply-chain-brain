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m_1776912371_5b8daa48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2026-04-23T02:46:11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m_1776912371_5b8daa48  ·  refreshed 2026-04-23T02:46:11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