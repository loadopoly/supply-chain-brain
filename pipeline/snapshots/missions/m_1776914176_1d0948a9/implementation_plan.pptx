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m_1776914176_1d0948a9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m_1776914176_1d0948a9  ·  refreshed 2026-04-23T03:16:19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