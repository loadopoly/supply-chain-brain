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m_1776946722_ec29d704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11:51:57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