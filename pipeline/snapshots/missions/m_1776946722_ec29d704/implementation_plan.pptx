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m_1776946722_ec29d704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2026-04-23T13:44:04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4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m_1776946722_ec29d704  ·  refreshed 2026-04-23T13:44:04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