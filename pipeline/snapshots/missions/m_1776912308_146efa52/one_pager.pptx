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m_1776912308_146efa52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02:45:09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