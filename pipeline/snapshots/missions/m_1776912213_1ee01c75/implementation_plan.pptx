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m_1776912213_1ee01c75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2026-04-23T02:43:34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m_1776912213_1ee01c75  ·  refreshed 2026-04-23T02:43:34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