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m_1776912213_1ee01c75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22:43:33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