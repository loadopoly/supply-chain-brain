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m_1776946747_92da8079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12:19:09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