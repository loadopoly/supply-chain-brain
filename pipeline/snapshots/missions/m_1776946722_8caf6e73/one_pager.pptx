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m_1776946722_8caf6e73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13:44:00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