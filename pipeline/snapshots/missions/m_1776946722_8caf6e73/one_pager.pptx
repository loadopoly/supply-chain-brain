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Brain-Driven Quest · Executive 1-Pager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6858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Calibri"/>
              </a:rPr>
              <a:t>quest:optimize_supply_chains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15568"/>
            <a:ext cx="685800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Site: BENCH   ·   Target: site=BENCH   ·   Horizon: 30d   ·   Mission: m_1776946722_8caf6e73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USER QUERY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6858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bench mission 5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606040"/>
            <a:ext cx="219456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697480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6B7280"/>
                </a:solidFill>
                <a:latin typeface="Calibri"/>
              </a:rPr>
              <a:t>DATA QUALITY.ROWS SCANNED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971800"/>
            <a:ext cx="19202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1A1A1A"/>
                </a:solidFill>
                <a:latin typeface="Calibri"/>
              </a:rPr>
              <a:t>0.00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794760"/>
            <a:ext cx="685800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977640"/>
            <a:ext cx="6492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Calibri"/>
              </a:rPr>
              <a:t>Plotly figure (PNG export unavailable — install kaleido)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434840"/>
            <a:ext cx="64922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Current value of each KPI tracked by this mission.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7269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TOP RECOMMENDATIONS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749808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No recommendations yet — refresh the mission.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89154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A1A1A"/>
                </a:solidFill>
                <a:latin typeface="Calibri"/>
              </a:rPr>
              <a:t>OWNER:  Anyone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89154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Calibri"/>
              </a:rPr>
              <a:t>Refreshed: 2026-04-23 09:44:00 UTC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9281160"/>
            <a:ext cx="685800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9555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Progress: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