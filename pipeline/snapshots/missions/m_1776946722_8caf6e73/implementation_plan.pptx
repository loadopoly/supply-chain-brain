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m_1776946722_8caf6e73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2026-04-23T16:55:23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5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m_1776946722_8caf6e73  ·  refreshed 2026-04-23T16:55:23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