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m_1776909144_c66aa4cb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2026-04-23T01:52:24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m_1776909144_c66aa4cb  ·  refreshed 2026-04-23T01:52:24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