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TEST   ·   Target: site=TEST   ·   Horizon: 30d   ·   Mission: m_1776909144_c66aa4cb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data quality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01:52:24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