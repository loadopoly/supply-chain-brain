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m_1776912360_db638b4e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2026-04-23T02:46:14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m_1776912360_db638b4e  ·  refreshed 2026-04-23T02:46:14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