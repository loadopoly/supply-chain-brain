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m_1776946722_fe165126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09:44:02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