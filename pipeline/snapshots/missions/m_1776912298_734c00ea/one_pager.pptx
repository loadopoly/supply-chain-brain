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m_1776912298_734c00ea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22:45:10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