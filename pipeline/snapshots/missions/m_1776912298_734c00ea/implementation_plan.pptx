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m_1776912298_734c00ea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m_1776912298_734c00ea  ·  refreshed 2026-04-23T03:10:25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