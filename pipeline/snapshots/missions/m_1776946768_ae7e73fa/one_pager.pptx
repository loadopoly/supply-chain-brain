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m_1776946768_ae7e73fa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12:19:28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