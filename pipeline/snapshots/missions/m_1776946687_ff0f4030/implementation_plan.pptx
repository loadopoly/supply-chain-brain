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m_1776946687_ff0f4030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m_1776946687_ff0f4030  ·  refreshed 2026-04-23T12:18:20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