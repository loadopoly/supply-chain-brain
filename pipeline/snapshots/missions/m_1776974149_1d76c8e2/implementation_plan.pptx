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m_1776974149_1d76c8e2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2026-04-23T19:56:10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4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m_1776974149_1d76c8e2  ·  refreshed 2026-04-23T19:56:10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