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m_1776914485_79987e06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03:21:40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