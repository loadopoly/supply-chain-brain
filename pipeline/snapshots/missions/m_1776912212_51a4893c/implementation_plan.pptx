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TEST   ·   Mission: m_1776912212_51a4893c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2026-04-23T02:43:33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data quality audit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TEST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m_1776912212_51a4893c  ·  refreshed 2026-04-23T02:43:33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