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m_1776912171_6e5c2649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2026-04-23T02:42:52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m_1776912171_6e5c2649  ·  refreshed 2026-04-23T02:42:52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