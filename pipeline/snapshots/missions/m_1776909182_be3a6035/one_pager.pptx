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m_1776909182_be3a6035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22:42:54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