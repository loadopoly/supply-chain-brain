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m_1776912339_e646c9b4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0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02:45:53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