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m_1776946739_60eae394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2026-04-23T13:43:57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m_1776946739_60eae394  ·  refreshed 2026-04-23T13:43:57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