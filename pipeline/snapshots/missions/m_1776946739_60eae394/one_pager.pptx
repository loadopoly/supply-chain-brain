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m_1776946739_60eae394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21945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Calibri"/>
              </a:rPr>
              <a:t>DATA QUALITY.ROWS SCANNED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7180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0.00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Current value of each KPI tracked by this 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10:47:56 UTC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