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m_1776946739_cd721853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10:47:52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