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ALL   ·   Mission: m_1776893232_e65f3416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2026-04-22T21:27:14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inventory sizing review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ALL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60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inventory_sizing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part_id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part_id, lead_time_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inventory_sizing → eoq.deviation_table: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m_1776893232_e65f3416  ·  refreshed 2026-04-22T21:27:14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