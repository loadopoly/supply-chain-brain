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m_1776914219_7a936d07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2026-04-23T03:16:59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m_1776914219_7a936d07  ·  refreshed 2026-04-23T03:16:59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