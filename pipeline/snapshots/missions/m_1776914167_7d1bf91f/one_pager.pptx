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m_1776914167_7d1bf91f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03:16:21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