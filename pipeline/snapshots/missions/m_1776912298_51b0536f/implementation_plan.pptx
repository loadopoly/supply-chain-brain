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m_1776912298_51b0536f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m_1776912298_51b0536f  ·  refreshed 2026-04-23T03:10:24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