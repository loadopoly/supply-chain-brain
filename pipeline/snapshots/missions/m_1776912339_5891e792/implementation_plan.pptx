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m_1776912339_5891e792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2026-04-23T02:45:56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m_1776912339_5891e792  ·  refreshed 2026-04-23T02:45:56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