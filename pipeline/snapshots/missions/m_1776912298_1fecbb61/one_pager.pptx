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m_1776912298_1fecbb61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22:45:11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