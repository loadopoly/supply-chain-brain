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m_1776946757_28696974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2026-04-23T15:51:48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7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OK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m_1776946757_28696974  ·  refreshed 2026-04-23T15:51:48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