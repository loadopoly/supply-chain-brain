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m_1776914208_8348032b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03:17:02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