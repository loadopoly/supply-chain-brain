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m_1776912360_1776c503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02:46:13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