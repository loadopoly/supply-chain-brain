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BENCH   ·   Mission: m_1776912360_1776c503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2026-04-23T02:46:13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bench mission 2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quest:optimize_supply_chains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Anyone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unknown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m_1776912360_1776c503  ·  refreshed 2026-04-23T02:46:13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