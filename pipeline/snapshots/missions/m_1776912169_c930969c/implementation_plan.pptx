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m_1776912169_c930969c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2026-04-23T02:42:51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m_1776912169_c930969c  ·  refreshed 2026-04-23T02:42:51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