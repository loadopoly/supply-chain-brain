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m_1776946704_95df0a3f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2026-04-23T14:48:02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6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m_1776946704_95df0a3f  ·  refreshed 2026-04-23T14:48:02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