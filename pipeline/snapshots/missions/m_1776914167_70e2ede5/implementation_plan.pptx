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m_1776914167_70e2ede5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2026-04-23T03:16:21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m_1776914167_70e2ede5  ·  refreshed 2026-04-23T03:16:21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