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m_1776946715_40a615f2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2026-04-23T12:18:35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m_1776946715_40a615f2  ·  refreshed 2026-04-23T12:18:36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