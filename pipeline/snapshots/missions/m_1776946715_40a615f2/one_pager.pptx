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m_1776946715_40a615f2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08:18:35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