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m_1776912194_b60ca136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2026-04-23T02:43:16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m_1776912194_b60ca136  ·  refreshed 2026-04-23T02:43:16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