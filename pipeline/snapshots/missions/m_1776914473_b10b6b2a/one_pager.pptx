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m_1776914473_b10b6b2a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03:21:16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