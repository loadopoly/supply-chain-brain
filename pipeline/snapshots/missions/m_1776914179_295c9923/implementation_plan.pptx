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m_1776914179_295c9923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m_1776914179_295c9923  ·  refreshed 2026-04-23T03:16:19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