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m_1776914494_b1e65c7d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m_1776914494_b1e65c7d  ·  refreshed 2026-04-23T03:21:37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