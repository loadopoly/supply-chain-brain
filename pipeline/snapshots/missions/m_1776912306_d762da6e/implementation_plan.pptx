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m_1776912306_d762da6e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2026-04-23T02:45:08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m_1776912306_d762da6e  ·  refreshed 2026-04-23T02:45:08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