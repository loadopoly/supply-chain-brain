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m_1776946739_6f3642a6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09:43:59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