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m_1776914179_6a740dc3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2026-04-23T03:16:20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m_1776914179_6a740dc3  ·  refreshed 2026-04-23T03:16:20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