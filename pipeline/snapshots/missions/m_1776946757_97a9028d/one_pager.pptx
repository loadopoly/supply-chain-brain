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m_1776946757_97a9028d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08:19:30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