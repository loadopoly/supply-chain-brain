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BENCH   ·   Target: site=BENCH   ·   Horizon: 30d   ·   Mission: m_1776946757_97a9028d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bench mission 2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06040"/>
            <a:ext cx="21945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69748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6B7280"/>
                </a:solidFill>
                <a:latin typeface="Calibri"/>
              </a:rPr>
              <a:t>DATA QUALITY.ROWS SCANNED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71800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Calibri"/>
              </a:rPr>
              <a:t>0.00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Current value of each KPI tracked by this mission.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Anyone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09:43:55 UTC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