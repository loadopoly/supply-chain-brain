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m_1776946739_6e6f63fb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11:51:52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