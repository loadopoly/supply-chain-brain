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m_1776946739_6e6f63fb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2026-04-23T13:43:56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5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m_1776946739_6e6f63fb  ·  refreshed 2026-04-23T13:43:57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