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m_1776914208_64daf4bd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2026-04-23T03:17:02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2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m_1776914208_64daf4bd  ·  refreshed 2026-04-23T03:17:02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