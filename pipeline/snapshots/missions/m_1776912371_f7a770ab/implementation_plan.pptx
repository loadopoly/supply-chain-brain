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m_1776912371_f7a770ab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2026-04-23T02:46:12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m_1776912371_f7a770ab  ·  refreshed 2026-04-23T02:46:12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