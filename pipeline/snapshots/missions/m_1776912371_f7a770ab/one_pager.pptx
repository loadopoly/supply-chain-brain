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m_1776912371_f7a770ab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22:46:12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