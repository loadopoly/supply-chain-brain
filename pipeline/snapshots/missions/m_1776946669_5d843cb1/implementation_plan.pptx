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m_1776946669_5d843cb1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2026-04-23T12:18:01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0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m_1776946669_5d843cb1  ·  refreshed 2026-04-23T12:18:01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