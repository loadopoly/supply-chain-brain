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m_1776946669_5d843cb1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12:18:01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