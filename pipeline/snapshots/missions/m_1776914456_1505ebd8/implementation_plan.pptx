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m_1776914456_1505ebd8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2026-04-23T03:20:57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m_1776914456_1505ebd8  ·  refreshed 2026-04-23T03:20:57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