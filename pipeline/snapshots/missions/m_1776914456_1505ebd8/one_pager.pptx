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m_1776914456_1505ebd8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23:20:56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