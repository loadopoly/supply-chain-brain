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m_1776914187_a85bc2af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m_1776914187_a85bc2af  ·  refreshed 2026-04-23T03:16:42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