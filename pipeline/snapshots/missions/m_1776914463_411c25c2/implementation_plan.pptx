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m_1776914463_411c25c2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m_1776914463_411c25c2  ·  refreshed 2026-04-23T03:21:20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