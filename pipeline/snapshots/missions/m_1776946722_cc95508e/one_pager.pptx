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m_1776946722_cc95508e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13:44:01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