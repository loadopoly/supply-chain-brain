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m_1776946722_cc95508e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2026-04-23T15:51:58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m_1776946722_cc95508e  ·  refreshed 2026-04-23T15:51:58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