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m_1776946722_f9790870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2026-04-23T13:44:00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m_1776946722_f9790870  ·  refreshed 2026-04-23T13:44:00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