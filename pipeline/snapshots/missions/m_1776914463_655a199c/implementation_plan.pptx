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m_1776914463_655a199c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2026-04-23T03:21:18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0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m_1776914463_655a199c  ·  refreshed 2026-04-23T03:21:18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