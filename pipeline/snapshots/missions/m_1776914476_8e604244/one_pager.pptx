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7772400" cy="100584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Brain-Driven Quest · Executive 1-Pager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66928"/>
            <a:ext cx="68580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>
                <a:solidFill>
                  <a:srgbClr val="1A1A1A"/>
                </a:solidFill>
                <a:latin typeface="Calibri"/>
              </a:rPr>
              <a:t>quest:inventory_sizing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15568"/>
            <a:ext cx="685800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Site: ALL   ·   Target: site=ALL   ·   Horizon: 60d   ·   Mission: m_1776914476_8e604244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55448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6B7280"/>
                </a:solidFill>
                <a:latin typeface="Calibri"/>
              </a:rPr>
              <a:t>USER QUERY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783080"/>
            <a:ext cx="68580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Calibri"/>
              </a:rPr>
              <a:t>inventory sizing review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3794760"/>
            <a:ext cx="6858000" cy="3291840"/>
          </a:xfrm>
          <a:prstGeom prst="rect">
            <a:avLst/>
          </a:prstGeom>
          <a:solidFill>
            <a:srgbClr val="FFFFFF"/>
          </a:solidFill>
          <a:ln w="9525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3977640"/>
            <a:ext cx="64922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6B7280"/>
                </a:solidFill>
                <a:latin typeface="Calibri"/>
              </a:rPr>
              <a:t>Plotly figure (PNG export unavailable — install kaleido)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434840"/>
            <a:ext cx="649224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1A1A1A"/>
                </a:solidFill>
                <a:latin typeface="Calibri"/>
              </a:rPr>
              <a:t>•  Which analyzers fired for each scope tag (green=ok, red=failed).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726948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6B7280"/>
                </a:solidFill>
                <a:latin typeface="Calibri"/>
              </a:rPr>
              <a:t>TOP RECOMMENDATIONS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7498080"/>
            <a:ext cx="6858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Calibri"/>
              </a:rPr>
              <a:t>No recommendations yet — refresh the mission.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891540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1A1A1A"/>
                </a:solidFill>
                <a:latin typeface="Calibri"/>
              </a:rPr>
              <a:t>OWNER:  Planner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0" y="891540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0">
                <a:solidFill>
                  <a:srgbClr val="6B7280"/>
                </a:solidFill>
                <a:latin typeface="Calibri"/>
              </a:rPr>
              <a:t>Refreshed: 2026-04-22 23:21:17 UTC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9281160"/>
            <a:ext cx="6858000" cy="201168"/>
          </a:xfrm>
          <a:prstGeom prst="rect">
            <a:avLst/>
          </a:prstGeom>
          <a:solidFill>
            <a:srgbClr val="FFFFFF"/>
          </a:solidFill>
          <a:ln w="9525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955548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Calibri"/>
              </a:rPr>
              <a:t>Progress: 0%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