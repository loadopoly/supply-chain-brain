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m_1776914476_8e604244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2026-04-23T03:21:17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m_1776914476_8e604244  ·  refreshed 2026-04-23T03:21:17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