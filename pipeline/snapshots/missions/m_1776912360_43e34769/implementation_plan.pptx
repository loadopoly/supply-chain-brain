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m_1776912360_43e34769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2026-04-23T02:46:13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0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m_1776912360_43e34769  ·  refreshed 2026-04-23T02:46:13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