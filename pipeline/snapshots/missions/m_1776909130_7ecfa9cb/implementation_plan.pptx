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m_1776909130_7ecfa9cb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2026-04-23T01:52:28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m_1776909130_7ecfa9cb  ·  refreshed 2026-04-23T01:52:28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