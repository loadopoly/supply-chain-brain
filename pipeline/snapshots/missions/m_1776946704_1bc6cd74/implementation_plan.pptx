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m_1776946704_1bc6cd74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m_1776946704_1bc6cd74  ·  refreshed 2026-04-23T12:18:37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