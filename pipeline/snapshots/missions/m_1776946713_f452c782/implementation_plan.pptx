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m_1776946713_f452c782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m_1776946713_f452c782  ·  refreshed 2026-04-23T12:18:34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