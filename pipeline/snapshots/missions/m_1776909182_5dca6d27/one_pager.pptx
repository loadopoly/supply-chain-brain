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m_1776909182_5dca6d27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02:43:17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