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m_1776909182_5dca6d27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2026-04-23T02:43:18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6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m_1776909182_5dca6d27  ·  refreshed 2026-04-23T02:43:18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