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m_1776946768_5c9282ab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08:19:28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