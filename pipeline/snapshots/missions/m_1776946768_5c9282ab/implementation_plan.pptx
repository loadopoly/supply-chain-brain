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ALL   ·   Mission: m_1776946768_5c9282ab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2026-04-23T12:19:29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inventory sizing review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60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inventory_sizing → eoq.deviation_table: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m_1776946768_5c9282ab  ·  refreshed 2026-04-23T12:19:29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