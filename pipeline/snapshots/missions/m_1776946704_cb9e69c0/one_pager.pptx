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m_1776946704_cb9e69c0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08:18:36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