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m_1776946704_cb9e69c0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2026-04-23T12:18:36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0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m_1776946704_cb9e69c0  ·  refreshed 2026-04-23T12:18:36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