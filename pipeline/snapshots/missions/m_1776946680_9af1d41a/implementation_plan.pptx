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m_1776946680_9af1d41a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m_1776946680_9af1d41a  ·  refreshed 2026-04-23T12:18:01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