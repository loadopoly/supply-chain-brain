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m_1776912339_3b427dc2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02:45:55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