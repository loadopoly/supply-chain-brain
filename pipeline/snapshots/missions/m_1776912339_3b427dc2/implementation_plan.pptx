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m_1776912339_3b427dc2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2026-04-23T03:10:22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m_1776912339_3b427dc2  ·  refreshed 2026-04-23T03:10:22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