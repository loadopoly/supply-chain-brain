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m_1776974171_f1ec878b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19:56:32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