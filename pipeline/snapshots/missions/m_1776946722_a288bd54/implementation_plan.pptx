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m_1776946722_a288bd54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2026-04-23T13:44:01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m_1776946722_a288bd54  ·  refreshed 2026-04-23T13:44:02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