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quest:inventory_sizing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ALL   ·   Mission: m_1776893208_b732802e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2026-04-22T21:26:50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inventory sizing review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quest:inventory_sizing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ALL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ALL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60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Planner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inventory_sizing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fallback_keyword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5/28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part_id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9/30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part_id, lead_time_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inventory_sizing → eoq.deviation_table: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m_1776893208_b732802e  ·  refreshed 2026-04-22T21:26:50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