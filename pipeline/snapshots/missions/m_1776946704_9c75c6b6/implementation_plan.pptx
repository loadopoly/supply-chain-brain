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m_1776946704_9c75c6b6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m_1776946704_9c75c6b6  ·  refreshed 2026-04-23T12:18:37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