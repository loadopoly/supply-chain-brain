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m_1776974149_b63a28ea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19:56:09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