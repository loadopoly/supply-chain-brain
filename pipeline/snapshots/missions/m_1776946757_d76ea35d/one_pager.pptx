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m_1776946757_d76ea35d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06040"/>
            <a:ext cx="21945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69748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6B7280"/>
                </a:solidFill>
                <a:latin typeface="Calibri"/>
              </a:rPr>
              <a:t>DATA QUALITY.ROWS SCANNED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7180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0.00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Current value of each KPI tracked by this mission.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09:43:53 UTC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