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m_1776946757_d76ea35d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2026-04-23T15:51:47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6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m_1776946757_d76ea35d  ·  refreshed 2026-04-23T15:51:47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