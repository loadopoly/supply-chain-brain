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m_1776946757_d76ea35d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m_1776946757_d76ea35d  ·  refreshed 2026-04-23T14:47:51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