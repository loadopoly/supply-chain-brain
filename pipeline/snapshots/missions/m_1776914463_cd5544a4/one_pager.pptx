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m_1776914463_cd5544a4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03:21:19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