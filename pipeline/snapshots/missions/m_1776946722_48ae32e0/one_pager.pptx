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m_1776946722_48ae32e0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11:51:56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