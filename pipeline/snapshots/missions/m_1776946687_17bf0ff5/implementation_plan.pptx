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m_1776946687_17bf0ff5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m_1776946687_17bf0ff5  ·  refreshed 2026-04-23T12:18:19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