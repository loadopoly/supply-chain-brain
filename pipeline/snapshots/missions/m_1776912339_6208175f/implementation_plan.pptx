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m_1776912339_6208175f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2026-04-23T02:45:55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2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m_1776912339_6208175f  ·  refreshed 2026-04-23T02:45:55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