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m_1776912352_c1eba607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2026-04-23T02:45:53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m_1776912352_c1eba607  ·  refreshed 2026-04-23T02:45:53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