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m_1776912309_c2670880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2026-04-23T02:45:09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m_1776912309_c2670880  ·  refreshed 2026-04-23T02:45:09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