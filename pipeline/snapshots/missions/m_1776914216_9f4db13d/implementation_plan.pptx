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m_1776914216_9f4db13d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2026-04-23T03:16:59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m_1776914216_9f4db13d  ·  refreshed 2026-04-23T03:16:59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