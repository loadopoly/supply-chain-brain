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m_1776912339_ab8d2230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2026-04-23T03:10:20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6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m_1776912339_ab8d2230  ·  refreshed 2026-04-23T03:10:20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