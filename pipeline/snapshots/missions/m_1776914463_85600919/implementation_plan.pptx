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m_1776914463_85600919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m_1776914463_85600919  ·  refreshed 2026-04-23T03:21:20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