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m_1776946722_fdfc51b4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2026-04-23T13:44:03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m_1776946722_fdfc51b4  ·  refreshed 2026-04-23T13:44:03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