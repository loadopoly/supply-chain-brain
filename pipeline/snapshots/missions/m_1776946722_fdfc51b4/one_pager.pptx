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m_1776946722_fdfc51b4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10:47:58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