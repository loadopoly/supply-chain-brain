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m_1776912360_cb3ee0dd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2026-04-23T03:10:16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6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OK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m_1776912360_cb3ee0dd  ·  refreshed 2026-04-23T03:10:16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