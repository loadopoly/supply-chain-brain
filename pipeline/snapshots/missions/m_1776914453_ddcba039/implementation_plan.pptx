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m_1776914453_ddcba039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2026-04-23T03:20:55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m_1776914453_ddcba039  ·  refreshed 2026-04-23T03:20:55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