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m_1776974189_2c4cca8a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15:56:29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