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m_1776946687_895d5c6b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2026-04-23T12:18:19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m_1776946687_895d5c6b  ·  refreshed 2026-04-23T12:18:19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