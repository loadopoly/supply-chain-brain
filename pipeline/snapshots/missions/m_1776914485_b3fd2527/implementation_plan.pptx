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m_1776914485_b3fd2527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2026-04-23T03:21:40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m_1776914485_b3fd2527  ·  refreshed 2026-04-23T03:21:40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