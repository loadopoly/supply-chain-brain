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m_1776909130_196a64cf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2026-04-23T01:52:26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m_1776909130_196a64cf  ·  refreshed 2026-04-23T01:52:26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