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m_1776890374_d18c627f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smoke test launch — fulfillment investigation for a specific site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16:39:39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