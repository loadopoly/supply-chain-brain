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quest:fulfillment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SMOKE   ·   Mission: m_1776890374_d18c627f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2026-04-22T20:39:40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smoke test launch — fulfillment investigation for a specific site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quest:fulfillment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Planner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fulfillment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5/28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part_id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9/30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part_id, lead_time_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fulfillment → otd_recursive.run_otd_from_replica: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m_1776890374_d18c627f  ·  refreshed 2026-04-22T20:39:41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