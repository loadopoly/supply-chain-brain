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m_1776946739_bb5615bb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09:44:00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