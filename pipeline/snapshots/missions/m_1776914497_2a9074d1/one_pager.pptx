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ALL   ·   Target: site=ALL   ·   Horizon: 60d   ·   Mission: m_1776914497_2a9074d1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inventory sizing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23:21:38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