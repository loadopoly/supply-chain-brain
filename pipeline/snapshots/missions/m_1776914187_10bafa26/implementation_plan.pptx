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m_1776914187_10bafa26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m_1776914187_10bafa26  ·  refreshed 2026-04-23T03:16:43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