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SMOKE   ·   Target: site=SMOKE   ·   Horizon: 30d   ·   Mission: m_1776946695_3849967d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fulfillment investigation smoke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12:18:17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