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m_1776912360_2230ed66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Which analyzers fired for each scope tag (green=ok, red=failed).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02:46:13 UTC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