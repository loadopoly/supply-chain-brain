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m_1776912360_2230ed66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2026-04-23T03:10:17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m_1776912360_2230ed66  ·  refreshed 2026-04-23T03:10:17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