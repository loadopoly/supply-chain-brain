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m_1776912360_f2fc8853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2026-04-23T03:10:15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m_1776912360_f2fc8853  ·  refreshed 2026-04-23T03:10:16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