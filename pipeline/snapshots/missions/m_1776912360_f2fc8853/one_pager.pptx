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m_1776912360_f2fc8853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03:10:15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