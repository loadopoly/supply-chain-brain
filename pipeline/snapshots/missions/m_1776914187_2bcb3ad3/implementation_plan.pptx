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m_1776914187_2bcb3ad3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2026-04-23T03:16:41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0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m_1776914187_2bcb3ad3  ·  refreshed 2026-04-23T03:16:41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