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m_1776946757_bd9e791c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10:47:48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