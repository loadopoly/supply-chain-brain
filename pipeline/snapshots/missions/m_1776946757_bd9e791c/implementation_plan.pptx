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m_1776946757_bd9e791c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2026-04-23T15:51:44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1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m_1776946757_bd9e791c  ·  refreshed 2026-04-23T15:51:44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