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m_1776912349_c227db77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2026-04-23T02:45:51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m_1776912349_c227db77  ·  refreshed 2026-04-23T02:45:51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