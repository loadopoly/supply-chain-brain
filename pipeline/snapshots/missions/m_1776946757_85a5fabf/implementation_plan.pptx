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m_1776946757_85a5fabf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2026-04-23T14:47:49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m_1776946757_85a5fabf  ·  refreshed 2026-04-23T14:47:49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