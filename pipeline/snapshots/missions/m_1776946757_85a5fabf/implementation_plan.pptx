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1945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BRAIN-DRIVEN QUEST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60604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1">
                <a:solidFill>
                  <a:srgbClr val="1A1A1A"/>
                </a:solidFill>
                <a:latin typeface="Calibri"/>
              </a:rPr>
              <a:t>Implementation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118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Calibri"/>
              </a:rPr>
              <a:t>quest:optimize_supply_chains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605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Site: BENCH   ·   Mission: m_1776946757_85a5fabf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1264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Generated 2026-04-23T15:51:46 UTC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Mission &amp; Quest Context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User query: bench mission 4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Quest:      quest:optimize_supply_chains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Site:       BENCH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Target:     site = BENCH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Horizon:    30 days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Owner:      Anyone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Scope tags: data_quality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Parsed by:  unknown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Entity Schema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11247120" cy="228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326571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Logical table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Qualified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Cols mapped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Sample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edap_dw_replica.dim_part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7/28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part_id, part_desc, part_desc, supplier_name, part_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site, part_id, supplier_id, supplier_name, part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open_purchase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8/21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order_date, site, supplier_id, promise_date, open_o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open_mfg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edap_dw_replica.fact_inventory_open_mfg_orders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6/21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order_date, promise_date, part_id, unit_cost, unit_cos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po_receipts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edap_dw_replica.fact_po_receipt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receipt_date, site, part_id, promise_date, part</a:t>
                      </a:r>
                    </a:p>
                  </a:txBody>
                  <a:tcPr/>
                </a:tc>
              </a:tr>
              <a:tr h="32657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sales_order_lines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edap_dw_replica.fact_sales_order_line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part_id, part_desc, demand_qty, demand_qty, unit_cost,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4864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RELATIONSHIPS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71500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open_mfg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po_receipts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sales_order_lines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po_receipts  on part_id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Current State — KPI Snapshot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KPIs available — analyzers returned empty.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Root-Cause Findings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findings produced this round.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Recommended Interventions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SYSTEMIC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763C"/>
                </a:solidFill>
                <a:latin typeface="Calibri"/>
              </a:rPr>
              <a:t>OPERATIONAL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Phased Rollout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1 — Stabilize (Week 1-2)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Establish baseline KPIs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Confirm data quality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718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2 — Implement (Week 3-6)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9184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Deploy systemic recommendations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6634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3 — Sustain (Week 7+)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983479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Mission auto-refresh continues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Living artifacts overwrite in place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Brain surfaces drift via Body directives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Dependencies &amp; Risks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DEPENDENCIES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edap_dw_replica connectivity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Open-weight LLM ensemble availability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python-pptx, plotly, kaleido (PNG export)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mermaid-cli (mmdc) for ER diagram render — falls back to 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A61B1B"/>
                </a:solidFill>
                <a:latin typeface="Calibri"/>
              </a:rPr>
              <a:t>RISKS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Analyzer outage degrades scope coverage (handled — _safe_run)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LLM intent mis-parse (handled — keyword fallback)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Stale baseline if first refresh fails — re-run mission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Schema drift in DW — refresh discovered_schema.yaml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Appendix — Dispatch &amp; Diagnostics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0" y="128016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Calibri"/>
              </a:rPr>
              <a:t>ANALYZERS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1554480"/>
            <a:ext cx="3291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1A1A1A"/>
                </a:solidFill>
                <a:latin typeface="Calibri"/>
              </a:rPr>
              <a:t>•  data_quality → parts.missingness: OK (0)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Mission m_1776946757_85a5fabf  ·  refreshed 2026-04-23T15:51:46 UTC  ·  progress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