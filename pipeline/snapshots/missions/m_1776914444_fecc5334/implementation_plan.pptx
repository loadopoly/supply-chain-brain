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m_1776914444_fecc5334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m_1776914444_fecc5334  ·  refreshed 2026-04-23T03:20:59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