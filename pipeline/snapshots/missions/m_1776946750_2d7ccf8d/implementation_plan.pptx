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m_1776946750_2d7ccf8d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2026-04-23T12:19:10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m_1776946750_2d7ccf8d  ·  refreshed 2026-04-23T12:19:11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