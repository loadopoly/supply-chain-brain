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m_1776914208_af8bb6ba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2026-04-23T03:17:01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0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m_1776914208_af8bb6ba  ·  refreshed 2026-04-23T03:17:01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