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m_1776974163_ffc87a41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19:56:06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