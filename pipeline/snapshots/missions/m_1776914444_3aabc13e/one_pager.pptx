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m_1776914444_3aabc13e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03:20:58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