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m_1776893207_c8932123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21:26:48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