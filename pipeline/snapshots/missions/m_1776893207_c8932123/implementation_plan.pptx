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m_1776893207_c8932123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2026-04-22T21:26:48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part_id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part_id, lead_time_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m_1776893207_c8932123  ·  refreshed 2026-04-22T21:26:48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