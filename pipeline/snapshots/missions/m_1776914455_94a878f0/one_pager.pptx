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m_1776914455_94a878f0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03:20:56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